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3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Heart Attack Prediction Using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Smart Health Monitoring System</a:t>
            </a:r>
          </a:p>
          <a:p>
            <a:r>
              <a:rPr dirty="0"/>
              <a:t>Presented by: Sandesh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Heart attacks are one of the leading causes of death globally.</a:t>
            </a:r>
          </a:p>
          <a:p>
            <a:r>
              <a:t>- Early detection can save lives.</a:t>
            </a:r>
          </a:p>
          <a:p>
            <a:r>
              <a:t>- Idea: Use sensors and AI to predict heart attacks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vital signs using sensors.</a:t>
            </a:r>
          </a:p>
          <a:p>
            <a:r>
              <a:t>- Detect abnormal patterns using AI.</a:t>
            </a:r>
          </a:p>
          <a:p>
            <a:r>
              <a:t>- Alert users and caregivers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Symptoms of Heart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Increased heart rate (Tachycardia)</a:t>
            </a:r>
          </a:p>
          <a:p>
            <a:r>
              <a:t>- Irregular heartbeat (Arrhythmia)</a:t>
            </a:r>
          </a:p>
          <a:p>
            <a:r>
              <a:t>- Shortness of breath</a:t>
            </a:r>
          </a:p>
          <a:p>
            <a:r>
              <a:t>- Cold sweat</a:t>
            </a:r>
          </a:p>
          <a:p>
            <a:r>
              <a:t>- Drop in oxygen level</a:t>
            </a:r>
          </a:p>
          <a:p>
            <a:r>
              <a:t>- Chest pain or pressure</a:t>
            </a:r>
          </a:p>
          <a:p>
            <a:r>
              <a:t>- Dizziness or fatigue</a:t>
            </a:r>
          </a:p>
        </p:txBody>
      </p:sp>
      <p:pic>
        <p:nvPicPr>
          <p:cNvPr id="4" name="Picture 3" descr="sample_sensor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Symptom | Sensor Used</a:t>
            </a:r>
          </a:p>
          <a:p>
            <a:r>
              <a:t>Heart rate | Pulse Sensor, ECG Sensor</a:t>
            </a:r>
          </a:p>
          <a:p>
            <a:r>
              <a:t>Irregular heartbeat | ECG Sensor (AD8232)</a:t>
            </a:r>
          </a:p>
          <a:p>
            <a:r>
              <a:t>Oxygen level (SpO2) | MAX30100 / MAX30102</a:t>
            </a:r>
          </a:p>
          <a:p>
            <a:r>
              <a:t>Sweating | GSR Sensor</a:t>
            </a:r>
          </a:p>
          <a:p>
            <a:r>
              <a:t>Body temperature | Temperature Sensor</a:t>
            </a:r>
          </a:p>
          <a:p>
            <a:r>
              <a:t>Motion/fatigue | Accelerometer</a:t>
            </a:r>
          </a:p>
          <a:p>
            <a:r>
              <a:t>Breathing rate | Piezo/Respiratory sensor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Sensors collect real-time vitals.</a:t>
            </a:r>
          </a:p>
          <a:p>
            <a:r>
              <a:t>- Microcontroller (Arduino/ESP32) transmits data.</a:t>
            </a:r>
          </a:p>
          <a:p>
            <a:r>
              <a:t>- Data sent to mobile app or cloud.</a:t>
            </a:r>
          </a:p>
          <a:p>
            <a:r>
              <a:t>- AI model analyzes patterns.</a:t>
            </a:r>
          </a:p>
          <a:p>
            <a:r>
              <a:t>- Alert triggered if danger is detected.</a:t>
            </a:r>
          </a:p>
        </p:txBody>
      </p:sp>
      <p:pic>
        <p:nvPicPr>
          <p:cNvPr id="4" name="Picture 3" descr="sample_sensor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Data Collection (Sensors or Dataset)</a:t>
            </a:r>
          </a:p>
          <a:p>
            <a:r>
              <a:rPr dirty="0"/>
              <a:t>2. Preprocessing &amp; Feature Extraction</a:t>
            </a:r>
          </a:p>
          <a:p>
            <a:r>
              <a:rPr dirty="0"/>
              <a:t>3. Model Training (Random Forest, CNN, LSTM)</a:t>
            </a:r>
          </a:p>
          <a:p>
            <a:r>
              <a:rPr dirty="0"/>
              <a:t>4. Model Testing &amp; Evaluation</a:t>
            </a:r>
          </a:p>
          <a:p>
            <a:r>
              <a:rPr dirty="0"/>
              <a:t>5. Real-Time Prediction &amp; Alert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Model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Classical ML: Random Forest, SVM, </a:t>
            </a:r>
            <a:r>
              <a:rPr dirty="0" err="1"/>
              <a:t>XGBoost</a:t>
            </a:r>
            <a:endParaRPr dirty="0"/>
          </a:p>
          <a:p>
            <a:r>
              <a:rPr dirty="0"/>
              <a:t>- Deep Learning: 1D CNN, LSTM, CNN+LSTM</a:t>
            </a:r>
          </a:p>
          <a:p>
            <a:r>
              <a:rPr dirty="0"/>
              <a:t>- Anomaly Detection: Autoencoder + Classifier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(for model training)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MIT-BIH Arrhythmia Dataset</a:t>
            </a:r>
          </a:p>
          <a:p>
            <a:r>
              <a:t>- PTB-XL ECG Dataset</a:t>
            </a:r>
          </a:p>
          <a:p>
            <a:r>
              <a:t>- PhysioNet (Multi-parameter ICU 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Status: ALERT</a:t>
            </a:r>
          </a:p>
          <a:p>
            <a:r>
              <a:t>- Risk Level: High</a:t>
            </a:r>
          </a:p>
          <a:p>
            <a:r>
              <a:t>- Probability: 92.7%</a:t>
            </a:r>
          </a:p>
          <a:p>
            <a:r>
              <a:t>- Recommendation: Seek medical help immediately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monitoring</a:t>
            </a:r>
          </a:p>
          <a:p>
            <a:r>
              <a:t>- Non-invasive</a:t>
            </a:r>
          </a:p>
          <a:p>
            <a:r>
              <a:t>- Preventive alerts</a:t>
            </a:r>
          </a:p>
          <a:p>
            <a:r>
              <a:t>- Portable and wearable</a:t>
            </a:r>
          </a:p>
          <a:p>
            <a:r>
              <a:t>- Helpful for elderly or heart patients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False positives/negatives</a:t>
            </a:r>
          </a:p>
          <a:p>
            <a:r>
              <a:t>- Noise in sensor data</a:t>
            </a:r>
          </a:p>
          <a:p>
            <a:r>
              <a:t>- Sensor placement issues</a:t>
            </a:r>
          </a:p>
          <a:p>
            <a:r>
              <a:t>- Medical-grade validation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with smartwatches</a:t>
            </a:r>
          </a:p>
          <a:p>
            <a:r>
              <a:t>- Cloud-based health monitoring</a:t>
            </a:r>
          </a:p>
          <a:p>
            <a:r>
              <a:t>- Real-time emergency services alert</a:t>
            </a:r>
          </a:p>
          <a:p>
            <a:r>
              <a:t>- Edge AI deployment on low-power devices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Smart health systems can help detect heart attacks early.</a:t>
            </a:r>
          </a:p>
          <a:p>
            <a:r>
              <a:t>- AI + sensors offer a powerful solution.</a:t>
            </a:r>
          </a:p>
          <a:p>
            <a:r>
              <a:t>- Early prediction can save lives.</a:t>
            </a:r>
          </a:p>
        </p:txBody>
      </p:sp>
      <p:pic>
        <p:nvPicPr>
          <p:cNvPr id="4" name="Picture 3" descr="sample_sensor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Any Questions?</a:t>
            </a:r>
          </a:p>
          <a:p>
            <a:r>
              <a:rPr dirty="0"/>
              <a:t>- Contact:</a:t>
            </a:r>
            <a:r>
              <a:rPr lang="en-IN" dirty="0"/>
              <a:t>patil2004sandesh@gmail.com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426</Words>
  <Application>Microsoft Office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AI-Based Heart Attack Prediction Using Sensors</vt:lpstr>
      <vt:lpstr>Introduction</vt:lpstr>
      <vt:lpstr>Objectives</vt:lpstr>
      <vt:lpstr>Symptoms of Heart Attack</vt:lpstr>
      <vt:lpstr>Sensors Used</vt:lpstr>
      <vt:lpstr>System Architecture</vt:lpstr>
      <vt:lpstr>AI Model Workflow</vt:lpstr>
      <vt:lpstr>AI Model Types</vt:lpstr>
      <vt:lpstr>Datasets (for model training)</vt:lpstr>
      <vt:lpstr>Output Example</vt:lpstr>
      <vt:lpstr>Advantages</vt:lpstr>
      <vt:lpstr>Challenges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Sandesh Patil</cp:lastModifiedBy>
  <cp:revision>2</cp:revision>
  <dcterms:created xsi:type="dcterms:W3CDTF">2013-01-27T09:14:16Z</dcterms:created>
  <dcterms:modified xsi:type="dcterms:W3CDTF">2025-06-29T10:19:13Z</dcterms:modified>
  <cp:category/>
</cp:coreProperties>
</file>